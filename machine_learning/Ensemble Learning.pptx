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155894e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155894e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155894e1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155894e1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155894e1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155894e1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155894e1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155894e1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155894e1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155894e1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155894e1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155894e1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155894e1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155894e1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155894e1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155894e1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Learning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ensemble learning?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Definition:</a:t>
            </a:r>
            <a:r>
              <a:rPr lang="en" sz="1100">
                <a:solidFill>
                  <a:schemeClr val="dk1"/>
                </a:solidFill>
              </a:rPr>
              <a:t> Combining multiple models to improve predictions.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Types: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Bagging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Boosting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Stacking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Ensemble Techniques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Max Voting: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for classification.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Final prediction based on the majority vote.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Averaging: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Predictions averaged for regression or probability-based classification.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Weighted Averaging: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Assigns weights to models based on their importance.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Techniques - Stacking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Combines predictions from multiple models.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Creates a new model using these predictions as features.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Steps: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Split train data into parts.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Train base models on subsets.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Use their predictions as features for a meta-model.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Techniques - Blending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Similar to stacking but uses a holdout set for validation.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Train models on training data, validate on holdout.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Combine holdout predictions to train the meta-model.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Bagging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Combines predictions of multiple models running in parallel.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Uses subsets created by bootstrapping (sampling with replacement).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Bagging Meta-Estimator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Random Forest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Sequential model training.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Focuses on correcting errors from prior models.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Algorithms: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AdaBoost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Gradient Boosting (GBM)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XGBoost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LightGBM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CatBoost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Overview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Bagging Algorithms: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Bagging Meta-Estimator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Random Forest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Boosting Algorithms: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AdaBoost, GBM, XGBoost, LightGBM, CatBoost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Ensemble Learning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Improved accuracy.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Reduces overfitting by combining multiple models.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Works well for both classification and regression.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